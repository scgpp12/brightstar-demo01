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A43B"/>
                </a:solidFill>
                <a:latin typeface="Noto Sans JP"/>
              </a:rPr>
              <a:t>CASE STUDY ／ サーバーレス × LINE × CDK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4577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Noto Sans JP"/>
              </a:rPr>
              <a:t>BrightStar 社内システム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4577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Noto Sans JP"/>
              </a:rPr>
              <a:t>勤怠（作業時間記録簿）と通勤費（経費）の提出・督促・集計を、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6B5CF"/>
                </a:solidFill>
                <a:latin typeface="Noto Sans JP"/>
              </a:rPr>
              <a:t>LINE のチャットだけで完結。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FDCE8"/>
                </a:solidFill>
                <a:latin typeface="Noto Sans JP"/>
              </a:rPr>
              <a:t>社員名簿を主データに未提出者を可視化し、自動リマインド・一括DLまで。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FDCE8"/>
                </a:solidFill>
                <a:latin typeface="Noto Sans JP"/>
              </a:rPr>
              <a:t>AWS サーバーレス ＋ AWS CDK(TypeScript) でフルスクラッチ開発。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2C4"/>
                </a:solidFill>
                <a:latin typeface="Noto Sans JP"/>
              </a:rPr>
              <a:t>受託開発ケーススタディ ｜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・毎月の勤怠表・通勤費精算が、メール添付・紙・表計算でバラバラ。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・「誰が出していないか」が見えず、人事が一人ずつ催促。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・専用アプリ導入・ID 配布は重い。社員は普段使う LINE で済ませたい。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・提出物の年月間違い・様式違いが後で発覚し、差し戻しが発生。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ソリューション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・社員：記入した Excel を LINE に送るだけで提出（様式取得・再提出・履歴も LINE）。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・人事：LINE で全社の提出状況を即確認、未提出者へワンタップ督促、当月分を一括DL。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・名簿主導：社員名簿（DB）が「提出対象」を決定。未登録者も ※Line未登録 で可視化。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・提出時に年月を自動チェックし、月違いファイルはアップロードを拒否。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主要機能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390A6"/>
                </a:solidFill>
                <a:latin typeface="Noto Sans JP"/>
              </a:rPr>
              <a:t>■ 社員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・提出（再提出可）／テンプレ取得／個人履歴（ダウンロード付き）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・氏名だけで登録（部署は名簿から自動取得）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390A6"/>
                </a:solidFill>
                <a:latin typeface="Noto Sans JP"/>
              </a:rPr>
              <a:t>■ 人事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・未提出確認／一覧（未登録者も可視化）／催促／一括DL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・社員名簿の追加・変更・削除（変更は人事全員へ自動通知）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自動・手動リマインド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・自動：毎月 25・28 日 09:00（JST）に未提出者だけへ自動配信。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・手動：人事が「催促」で即時督促。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・提出済みは自動的に対象外（提出＝記録更新で差分から除外）。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・LINE 未登録の未提出者は一覧に ※Line未登録 を表示し、人事が個別連絡。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提出時の内容チェック（自動）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390A6"/>
                </a:solidFill>
                <a:latin typeface="Noto Sans JP"/>
              </a:rPr>
              <a:t>■ 拒否（保存しない）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・年月：経費 A1「YYYY年M月分」／勤怠 B5 の日付 が提出月と一致しなければ不可。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・氏名：勤怠 B3 の氏名が登録氏名と一致しなければ不可。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390A6"/>
                </a:solidFill>
                <a:latin typeface="Noto Sans JP"/>
              </a:rPr>
              <a:t>■ 警告（保存はする・勤怠）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・休日（土日・祝日）に勤務時間（6/7行）があれば該当日を挙げて確認を促す。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・5 行目の日付が 1 日〜月末まで揃っていなければ未入力日を通知。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・※ xlsx 解析は標準ライブラリのみ（依存ゼロ／ふりがな除外／日付シリアル対応）。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フルサーバーレス構成（CDK）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・LINE 公式アカウント → Lambda Function URL → webhook(Python3.12/arm64)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・DynamoDB ×3（roster 名簿 / employees 連携 / submissions 提出）＋ S3（提出物・様式・zip）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・EventBridge（cron）→ reminder Lambda → 未提出者へ LINE push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・LINE は署名検証のみで接続（中継・暗号・可信IP 不要）。固定サーバなし・従量課金。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セキュリティ・データ保護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・LINE 資格情報は SSM SecureString（git・環境変数平文に置かない）。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・S3 は Block Public Access ＋ 暗号化 ＋ バージョン管理（再提出の旧版も保持）。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・ダウンロードは HMAC 署名付き短縮リンクで越権防止。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・保管：2 か月は即時DL、以降 Deep Archive（最安）、1 年で自動削除。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導入効果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・提出・督促・集計の工数を大幅削減、未提出の取りこぼしゼロへ。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・専用アプリ不要（LINE）。固定費ほぼゼロの従量運用。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・年月・様式の自動チェックで差し戻しを削減。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・CDK 管理で変更・横展開が容易（事業所追加・項目追加など）。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3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B5CF"/>
                </a:solidFill>
                <a:latin typeface="Noto Sans JP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JP"/>
              </a:rPr>
              <a:t>拡張ロードマップ（任意）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・Excel 中身の自動集計（工数・金額）。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・配信時刻の人事セルフ設定／複数事業所・多言語強化。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B2733"/>
                </a:solidFill>
                <a:latin typeface="Noto Sans JP"/>
              </a:rPr>
              <a:t>・他チャネル（Slack / Teams 等）への展開。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E6B7A"/>
                </a:solidFill>
                <a:latin typeface="Noto Sans JP"/>
              </a:rPr>
              <a:t>BrightStar 社内システム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oto Sans JP"/>
              </a:rPr>
              <a:t>同様の社内 DX を、御社にも。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FDCE8"/>
                </a:solidFill>
                <a:latin typeface="Noto Sans JP"/>
              </a:rPr>
              <a:t>メッセージング連携・サーバーレス基盤・IaC（CDK）の受託開発を承ります。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4572000"/>
            <a:ext cx="2286000" cy="54864"/>
          </a:xfrm>
          <a:prstGeom prst="rect">
            <a:avLst/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